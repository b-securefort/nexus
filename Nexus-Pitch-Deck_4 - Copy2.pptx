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590" autoAdjust="0"/>
  </p:normalViewPr>
  <p:slideViewPr>
    <p:cSldViewPr snapToGrid="0" snapToObjects="1">
      <p:cViewPr varScale="1">
        <p:scale>
          <a:sx n="155" d="100"/>
          <a:sy n="155" d="100"/>
        </p:scale>
        <p:origin x="193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6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hook. Pause on the headline. Let it land. Nexus is the superpower your team doesn't know it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aren't complaints. They're structural gaps that every cloud team has. Nexus closes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Nexus is not a chatbot. It's an AI agent that combines your team's knowledge, your Azure environment, and a growing toolkit of capabilities — all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runs up to 15 times per query. The agent isn't answering from training data — it's reasoning over your actual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are the soul of Nexus. They encode how your team works — naming standards, approval policies, which tools to use in which order. A new joiner immediately inherits the wisdom of your most senior architect.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happens in a single conversation. No portal. No copy-paste. No waiting for the senior engineer to be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Nexus is not a product we buy. It's a platform we own. Every piece of team knowledge added makes it smarter. Every new tool makes it more capable. It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Has a Superpower.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Don't Know It Yet.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</a:t>
            </a: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AI assistant/agent that knows our team, our cloud platform, and how to act on both.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U S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434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presetID="10" presetClass="entr" presetSubtype="0" fill="hold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2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7" dur="500"/>
                                          <p:tgtEl>
                                            <p:spTgt spid="2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8" presetID="10" presetClass="entr" presetSubtype="0" fill="hold" nodeType="with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9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3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0" dur="500"/>
                                          <p:tgtEl>
                                            <p:spTgt spid="3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1" presetID="10" presetClass="entr" presetSubtype="0" fill="hold" nodeType="with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4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3" dur="500"/>
                                          <p:tgtEl>
                                            <p:spTgt spid="4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animEffect transition="in" filter="wipe(right)">
                                <p:cBhvr>
                                  <p:cTn id="15" presetID="10" presetClass="entr" presetSubtype="0" fill="hold" nodeType="after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6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5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17" dur="500"/>
                                          <p:tgtEl>
                                            <p:spTgt spid="5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8" presetID="10" presetClass="entr" presetSubtype="0" fill="hold" nodeType="with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19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6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Effect transition="in" filter="fade">
                                        <p:cBhvr>
                                          <p:cTn id="20" dur="500"/>
                                          <p:tgtEl>
                                            <p:spTgt spid="6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21" presetID="53" presetClass="entr" presetSubtype="16" fill="hold" nodeType="withEffect">
                                    <p:stCondLst>
                                      <p:cond delay="0"/>
                                    </p:stCondLst>
                                    <p:childTnLst>
                                      <p:set>
                                        <p:cBhvr>
                                          <p:cTn id="22" dur="1" fill="hold">
                                            <p:stCondLst>
                                              <p:cond delay="0"/>
                                            </p:stCondLst>
                                          </p:cTn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style.visibility</p:attrName>
                                          </p:attrNameLst>
                                        </p:cBhvr>
                                        <p:to>
                                          <p:strVal val="visible"/>
                                        </p:to>
                                      </p:set>
                                      <p:anim calcmode="lin" valueType="num">
                                        <p:cBhvr>
                                          <p:cTn id="23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ppt_w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w"/>
                                            </p:val>
                                          </p:tav>
                                        </p:tavLst>
                                      </p:anim>
                                      <p:anim calcmode="lin" valueType="num">
                                        <p:cBhvr>
                                          <p:cTn id="24" dur="500" fill="hold"/>
                                          <p:tgtEl>
                                            <p:spTgt spid="7"/>
                                          </p:tgtEl>
                                          <p:attrNameLst>
                                            <p:attrName>ppt_h</p:attrName>
                                          </p:attrNameLst>
                                        </p:cBhvr>
                                        <p:tavLst>
                                          <p:tav tm="0">
                                            <p:val>
                                              <p:fltVal val="0"/>
                                            </p:val>
                                          </p:tav>
                                          <p:tav tm="100000">
                                            <p:val>
                                              <p:strVal val="#ppt_h"/>
                                            </p:val>
                                          </p:tav>
                                        </p:tavLst>
                                      </p:anim>
                                      <p:animEffect transition="in" filter="fade">
                                        <p:cBhvr>
                                          <p:cTn id="25" dur="500"/>
                                          <p:tgtEl>
                                            <p:spTgt spid="7"/>
                                          </p:tgtEl>
                                        </p:cBhvr>
                                      </p:animEffect>
                                    </p:childTn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U 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Platform team fights the same three battles.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0A1628">
              <a:alpha val="70000"/>
            </a:srgbClr>
          </a:solidFill>
          <a:ln w="1524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828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KNOWLEDGE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live in Azure DevOps nobody reads. Runbooks nobody finds. Patterns in senior engineers' heads that walk out the door.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0A1628">
              <a:alpha val="70000"/>
            </a:srgbClr>
          </a:solidFill>
          <a:ln w="1524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8288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QUESTIONS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044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we deploy this?" "What did we decide about multi-region?" "Which tags are required?" — asked again and again, answered from scratch every 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0A1628">
              <a:alpha val="70000"/>
            </a:srgbClr>
          </a:solidFill>
          <a:ln w="1524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8288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ADVISES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CAN'T ACT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5508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PairD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suggests a command. We copy it. It fails. We Google why. The AI was never part of our infrastructure — just next to it.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286000" y="14630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dirty="0">
                <a:solidFill>
                  <a:srgbClr val="EF4444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0" dirty="0"/>
          </a:p>
        </p:txBody>
      </p:sp>
    </p:spTree>
  </p:cSld>
  <p:clrMapOvr>
    <a:masterClrMapping/>
  </p:clrMapOvr>
  <p:transition spd="med">
    <p:spli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U 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92024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078992"/>
            <a:ext cx="0" cy="841248"/>
          </a:xfrm>
          <a:prstGeom prst="line">
            <a:avLst/>
          </a:prstGeom>
          <a:noFill/>
          <a:ln w="15240">
            <a:solidFill>
              <a:srgbClr val="00D4FF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4572000" y="3108960"/>
            <a:ext cx="0" cy="914400"/>
          </a:xfrm>
          <a:prstGeom prst="line">
            <a:avLst/>
          </a:prstGeom>
          <a:noFill/>
          <a:ln w="15240">
            <a:solidFill>
              <a:srgbClr val="00D4FF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1645920" y="2514600"/>
            <a:ext cx="233172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166360" y="2514600"/>
            <a:ext cx="233172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dash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82" y="137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502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KNOWLEDGE BASE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743200" y="713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Azure DevOps Repos, runbooks, patterns, decisions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searchable by AI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9431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23088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1323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our real infrastructure.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health, compliance — real time.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0233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786462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AI SKILLS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2811780" y="45948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mode. Engineer mode. Security mode.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rules. Our individual persona.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192024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828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14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'here's a command.'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runs it. Only after we approve.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U 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Think. Act. Learn.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74320" cy="274320"/>
          </a:xfrm>
          <a:prstGeom prst="ellipse">
            <a:avLst/>
          </a:prstGeom>
          <a:solidFill>
            <a:srgbClr val="0A4A6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5590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asks a question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0" cy="18288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0A4A6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reads our KB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1854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wiki, ADO Repos, runbooks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2286000"/>
            <a:ext cx="0" cy="18288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A4A6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487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right tools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tools: search, query, execute, diagram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2788920"/>
            <a:ext cx="0" cy="18288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0A4A6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990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approval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1912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actions that change things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291840"/>
            <a:ext cx="0" cy="18288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0A4A6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3493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Executes. Shows results.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6941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Cloud data, real output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3794760"/>
            <a:ext cx="0" cy="18288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" y="4023360"/>
            <a:ext cx="274320" cy="274320"/>
          </a:xfrm>
          <a:prstGeom prst="ellipse">
            <a:avLst/>
          </a:prstGeom>
          <a:solidFill>
            <a:srgbClr val="0A4A6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995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it learned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197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smarter for next 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0A1628">
              <a:alpha val="70000"/>
            </a:srgbClr>
          </a:solidFill>
          <a:ln w="1524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1208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18745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0F2847"/>
          </a:solidFill>
          <a:ln w="1016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all VMs without required tags and show me a diagram."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12080" y="274320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27614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0" y="27614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tagging ADR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12080" y="324612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3264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az_resource_graph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32644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untagged VMs found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374904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37673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diagram_gen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7673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created</a:t>
            </a:r>
            <a:endParaRPr lang="en-US" sz="900" dirty="0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U 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roles. Change everything.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defines who Nexus is, how it thinks, and what it can 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" y="16916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0A1628">
              <a:alpha val="80000"/>
            </a:srgbClr>
          </a:solidFill>
          <a:ln w="15240">
            <a:solidFill>
              <a:srgbClr val="00D4FF"/>
            </a:solidFill>
            <a:prstDash val="solid"/>
          </a:ln>
          <a:effectLst>
            <a:outerShdw blurRad="101600" dist="127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745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KB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2834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Full-access general assistant. Searches our KB, queries Cloud provider and config, generates files.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51176" y="16916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0A1628">
              <a:alpha val="80000"/>
            </a:srgbClr>
          </a:solidFill>
          <a:ln w="15240">
            <a:solidFill>
              <a:srgbClr val="7C3AED"/>
            </a:solidFill>
            <a:prstDash val="solid"/>
          </a:ln>
          <a:effectLst>
            <a:outerShdw blurRad="101600" dist="127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18745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88336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Mode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88336" y="2834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cloud architect persona. Trade-off analysis. Markdown-style outputs. WAF alignment.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72584" y="16916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0A1628">
              <a:alpha val="80000"/>
            </a:srgbClr>
          </a:solidFill>
          <a:ln w="15240">
            <a:solidFill>
              <a:srgbClr val="F97316"/>
            </a:solidFill>
            <a:prstDash val="solid"/>
          </a:ln>
          <a:effectLst>
            <a:outerShdw blurRad="101600" dist="127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87452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9744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09744" y="2834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our Cloud security posture. Policy compliance, Defender findings, RBAC gaps.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93992" y="16916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0A1628">
              <a:alpha val="80000"/>
            </a:srgbClr>
          </a:solidFill>
          <a:ln w="12700">
            <a:solidFill>
              <a:srgbClr val="94A3B8"/>
            </a:solidFill>
            <a:prstDash val="dash"/>
          </a:ln>
          <a:effectLst>
            <a:outerShdw blurRad="101600" dist="127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87452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31152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 Skill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931152" y="28346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markdown file. Push to Git. Nexus picks it up. Our rules, live in minutes.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markdown files. Any engineer can write one. No code. No deploy.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U 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copy-pasting 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into a 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lost when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 leaves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skills and tools 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 build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005840"/>
            <a:ext cx="0" cy="347472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ARCHITECTS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A1628">
              <a:alpha val="60000"/>
            </a:srgbClr>
          </a:solidFill>
          <a:ln w="762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our entire subscription against WAF Reliability pillar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A1628">
              <a:alpha val="60000"/>
            </a:srgbClr>
          </a:solidFill>
          <a:ln w="762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decide about multi-region? Does our current infra match?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A1628">
              <a:alpha val="60000"/>
            </a:srgbClr>
          </a:solidFill>
          <a:ln w="762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architecture diagram for the East US environment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01752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A1628">
              <a:alpha val="60000"/>
            </a:srgbClr>
          </a:solidFill>
          <a:ln w="762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the incident response runbook and run diagnostics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47472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A1628">
              <a:alpha val="60000"/>
            </a:srgbClr>
          </a:solidFill>
          <a:ln w="762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App Services still on .NET 6 — show me the list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931920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0A1628">
              <a:alpha val="60000"/>
            </a:srgbClr>
          </a:solidFill>
          <a:ln w="762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our cost up this month? Which top resources are the culprit?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02920"/>
          </a:xfrm>
          <a:prstGeom prst="rect">
            <a:avLst/>
          </a:prstGeom>
          <a:solidFill>
            <a:srgbClr val="0A2A4A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72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doesn't just answer our questions. It acts on them.</a:t>
            </a:r>
            <a:endParaRPr lang="en-US" sz="1500" dirty="0"/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 X U 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our team's AI will look like.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7160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One knowledge. Our cloud. Our tools.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154680" y="3611880"/>
            <a:ext cx="32004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669280" y="3611880"/>
            <a:ext cx="32004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960120" y="2880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A1628">
              <a:alpha val="70000"/>
            </a:srgbClr>
          </a:solidFill>
          <a:ln w="1524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97280" y="3447288"/>
            <a:ext cx="1920240" cy="0"/>
          </a:xfrm>
          <a:prstGeom prst="line">
            <a:avLst/>
          </a:prstGeom>
          <a:noFill/>
          <a:ln w="7620">
            <a:solidFill>
              <a:srgbClr val="1A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300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tools live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0" y="2880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A1628">
              <a:alpha val="70000"/>
            </a:srgbClr>
          </a:solidFill>
          <a:ln w="1524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11880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11880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611880" y="3447288"/>
            <a:ext cx="1920240" cy="0"/>
          </a:xfrm>
          <a:prstGeom prst="line">
            <a:avLst/>
          </a:prstGeom>
          <a:noFill/>
          <a:ln w="7620">
            <a:solidFill>
              <a:srgbClr val="1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KB loaded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defined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running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2880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A1628">
              <a:alpha val="70000"/>
            </a:srgbClr>
          </a:solidFill>
          <a:ln w="15240">
            <a:solidFill>
              <a:srgbClr val="1A3A5C"/>
            </a:solidFill>
            <a:prstDash val="solid"/>
          </a:ln>
          <a:effectLst>
            <a:outerShdw blurRad="1524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26480" y="2971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26480" y="3154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126480" y="3447288"/>
            <a:ext cx="1920240" cy="0"/>
          </a:xfrm>
          <a:prstGeom prst="line">
            <a:avLst/>
          </a:prstGeom>
          <a:noFill/>
          <a:ln w="7620">
            <a:solidFill>
              <a:srgbClr val="1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3520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tools added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adopting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isn't whether our team needs this.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fast we can build it.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882</Words>
  <Application>Microsoft Office PowerPoint</Application>
  <PresentationFormat>On-screen Show (16:9)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— AI Assistant for Azure Teams</dc:title>
  <dc:subject>PptxGenJS Presentation</dc:subject>
  <dc:creator>Nexus Team</dc:creator>
  <cp:lastModifiedBy>Balaji Chandra Sekar</cp:lastModifiedBy>
  <cp:revision>19</cp:revision>
  <dcterms:created xsi:type="dcterms:W3CDTF">2026-05-05T21:30:07Z</dcterms:created>
  <dcterms:modified xsi:type="dcterms:W3CDTF">2026-05-07T10:22:45Z</dcterms:modified>
</cp:coreProperties>
</file>